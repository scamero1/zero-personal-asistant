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80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77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9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0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2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5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2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38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04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35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57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45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2870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56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47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37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2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2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527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1447801"/>
            <a:ext cx="7239333" cy="3329581"/>
          </a:xfrm>
        </p:spPr>
        <p:txBody>
          <a:bodyPr/>
          <a:lstStyle/>
          <a:p>
            <a:r>
              <a:rPr sz="6000" dirty="0" err="1"/>
              <a:t>Encapsulamiento</a:t>
            </a:r>
            <a:r>
              <a:rPr sz="6000" dirty="0"/>
              <a:t> </a:t>
            </a:r>
            <a:r>
              <a:rPr sz="6000" dirty="0" err="1"/>
              <a:t>en</a:t>
            </a:r>
            <a:r>
              <a:rPr sz="6000" dirty="0"/>
              <a:t>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Atributos privados y métodos getters/setters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Encapsulamiento?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Principio de la POO que protege los datos de un objeto.</a:t>
            </a:r>
          </a:p>
          <a:p>
            <a:r>
              <a:t>Los atributos se vuelven privados para evitar modificaciones indebidas.</a:t>
            </a:r>
          </a:p>
          <a:p>
            <a:r>
              <a:t>Se controlan mediante métodos get y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Atributos privados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Ejemplo en Python:</a:t>
            </a:r>
          </a:p>
          <a:p>
            <a:r>
              <a:t>class Estudiante:</a:t>
            </a:r>
          </a:p>
          <a:p>
            <a:r>
              <a:t>    def __init__(self, nombre, nota):</a:t>
            </a:r>
          </a:p>
          <a:p>
            <a:r>
              <a:t>        self.__nombre = nombre   # atributo privado</a:t>
            </a:r>
          </a:p>
          <a:p>
            <a:r>
              <a:t>        self.__nota = nota       # atributo privado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Métodos getter y setter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Ejemplo en Python:</a:t>
            </a:r>
          </a:p>
          <a:p>
            <a:r>
              <a:t>class Estudiante:</a:t>
            </a:r>
          </a:p>
          <a:p>
            <a:r>
              <a:t>    def get_nota(self):</a:t>
            </a:r>
          </a:p>
          <a:p>
            <a:r>
              <a:t>        return self.__nota</a:t>
            </a:r>
          </a:p>
          <a:p>
            <a:r>
              <a:t>    def set_nota(self, nueva_nota):</a:t>
            </a:r>
          </a:p>
          <a:p>
            <a:r>
              <a:t>        if 0 &lt;= nueva_nota &lt;= 5:</a:t>
            </a:r>
          </a:p>
          <a:p>
            <a:r>
              <a:t>            self.__nota = nueva_nota</a:t>
            </a:r>
          </a:p>
          <a:p>
            <a:r>
              <a:t>        else:</a:t>
            </a:r>
          </a:p>
          <a:p>
            <a:r>
              <a:t>            print('Nota inválida')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 usar getters/setters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Validar datos antes de asignar</a:t>
            </a:r>
          </a:p>
          <a:p>
            <a:r>
              <a:t>• Mantener la consistencia del objeto</a:t>
            </a:r>
          </a:p>
          <a:p>
            <a:r>
              <a:t>• Evitar modificaciones no controladas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e1 = Estudiante('Ana', 4.5)</a:t>
            </a:r>
          </a:p>
          <a:p>
            <a:r>
              <a:t>print(e1.get_nota())   # Accede mediante getter</a:t>
            </a:r>
          </a:p>
          <a:p>
            <a:r>
              <a:t>e1.set_nota(6)        # Nota inválida</a:t>
            </a:r>
          </a:p>
          <a:p>
            <a:r>
              <a:t>e1.set_nota(5)        # Cambia correctamente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178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Encapsulamiento en Python</vt:lpstr>
      <vt:lpstr>¿Qué es Encapsulamiento?</vt:lpstr>
      <vt:lpstr>Atributos privados</vt:lpstr>
      <vt:lpstr>Métodos getter y setter</vt:lpstr>
      <vt:lpstr>Ventajas de usar getters/setters</vt:lpstr>
      <vt:lpstr>Ejemplo de uso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Encapsulamiento en Python</dc:title>
  <dc:subject/>
  <dc:creator/>
  <cp:keywords/>
  <dc:description>generated using python-pptx</dc:description>
  <cp:lastModifiedBy>Convertio</cp:lastModifiedBy>
  <cp:revision>2</cp:revision>
  <dcterms:created xsi:type="dcterms:W3CDTF">2013-01-27T09:14:16Z</dcterms:created>
  <dcterms:modified xsi:type="dcterms:W3CDTF">2025-09-24T14:15:46Z</dcterms:modified>
  <cp:category/>
</cp:coreProperties>
</file>