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80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svg"/><Relationship Id="rId1" Type="http://schemas.openxmlformats.org/officeDocument/2006/relationships/image" Target="../media/image6.png"/><Relationship Id="rId6" Type="http://schemas.openxmlformats.org/officeDocument/2006/relationships/image" Target="../media/image14.svg"/><Relationship Id="rId5" Type="http://schemas.openxmlformats.org/officeDocument/2006/relationships/image" Target="../media/image8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svg"/><Relationship Id="rId1" Type="http://schemas.openxmlformats.org/officeDocument/2006/relationships/image" Target="../media/image6.png"/><Relationship Id="rId6" Type="http://schemas.openxmlformats.org/officeDocument/2006/relationships/image" Target="../media/image14.svg"/><Relationship Id="rId5" Type="http://schemas.openxmlformats.org/officeDocument/2006/relationships/image" Target="../media/image8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FB22F9-5F5C-4E39-9194-B33F09BA5EE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21E2E7A-313A-4E1F-A9BC-D1BA19FD1C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Permite que una clase (hija) reutilice atributos y métodos de otra (padre).</a:t>
          </a:r>
        </a:p>
      </dgm:t>
    </dgm:pt>
    <dgm:pt modelId="{34711A5A-57A9-4AF5-99F4-22FC9C039AA3}" type="parTrans" cxnId="{E2F8BC09-0071-4F65-84A0-12A97FB3CD73}">
      <dgm:prSet/>
      <dgm:spPr/>
      <dgm:t>
        <a:bodyPr/>
        <a:lstStyle/>
        <a:p>
          <a:endParaRPr lang="en-US"/>
        </a:p>
      </dgm:t>
    </dgm:pt>
    <dgm:pt modelId="{84F24C48-B4C4-4C2C-BB28-A339B84CAA49}" type="sibTrans" cxnId="{E2F8BC09-0071-4F65-84A0-12A97FB3CD73}">
      <dgm:prSet/>
      <dgm:spPr/>
      <dgm:t>
        <a:bodyPr/>
        <a:lstStyle/>
        <a:p>
          <a:endParaRPr lang="en-US"/>
        </a:p>
      </dgm:t>
    </dgm:pt>
    <dgm:pt modelId="{AE1A7B0F-7F90-4A24-AB0B-85FA429B0C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Facilita la reutilización de código.</a:t>
          </a:r>
        </a:p>
      </dgm:t>
    </dgm:pt>
    <dgm:pt modelId="{FD51FF05-401A-4215-8204-7529362DEB4E}" type="parTrans" cxnId="{02EBC24D-42EA-4374-BA55-DEDC844CF246}">
      <dgm:prSet/>
      <dgm:spPr/>
      <dgm:t>
        <a:bodyPr/>
        <a:lstStyle/>
        <a:p>
          <a:endParaRPr lang="en-US"/>
        </a:p>
      </dgm:t>
    </dgm:pt>
    <dgm:pt modelId="{FD6E25F7-1A02-410B-BD4F-E69E102CBD49}" type="sibTrans" cxnId="{02EBC24D-42EA-4374-BA55-DEDC844CF246}">
      <dgm:prSet/>
      <dgm:spPr/>
      <dgm:t>
        <a:bodyPr/>
        <a:lstStyle/>
        <a:p>
          <a:endParaRPr lang="en-US"/>
        </a:p>
      </dgm:t>
    </dgm:pt>
    <dgm:pt modelId="{00D8FEF3-1212-4138-8A40-AC4835060D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Ejemplo: Persona → Estudiante, Profesor.</a:t>
          </a:r>
        </a:p>
      </dgm:t>
    </dgm:pt>
    <dgm:pt modelId="{11DB9A48-77B9-4CB9-BE3E-724ECF9F83BE}" type="parTrans" cxnId="{7EC81295-B0A1-44EF-8D7E-1C97A482D0B4}">
      <dgm:prSet/>
      <dgm:spPr/>
      <dgm:t>
        <a:bodyPr/>
        <a:lstStyle/>
        <a:p>
          <a:endParaRPr lang="en-US"/>
        </a:p>
      </dgm:t>
    </dgm:pt>
    <dgm:pt modelId="{4087C4FA-46F0-4622-93D3-1FF5B9C47A0A}" type="sibTrans" cxnId="{7EC81295-B0A1-44EF-8D7E-1C97A482D0B4}">
      <dgm:prSet/>
      <dgm:spPr/>
      <dgm:t>
        <a:bodyPr/>
        <a:lstStyle/>
        <a:p>
          <a:endParaRPr lang="en-US"/>
        </a:p>
      </dgm:t>
    </dgm:pt>
    <dgm:pt modelId="{4E2F5C8C-8E6C-4258-8B99-193D0FD6D6C9}" type="pres">
      <dgm:prSet presAssocID="{02FB22F9-5F5C-4E39-9194-B33F09BA5EED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8141FC2-9AEC-4D54-8774-92CB9302F222}" type="pres">
      <dgm:prSet presAssocID="{421E2E7A-313A-4E1F-A9BC-D1BA19FD1CC6}" presName="compNode" presStyleCnt="0"/>
      <dgm:spPr/>
    </dgm:pt>
    <dgm:pt modelId="{396AAA44-8343-4B3F-894C-219BA03FFD4D}" type="pres">
      <dgm:prSet presAssocID="{421E2E7A-313A-4E1F-A9BC-D1BA19FD1CC6}" presName="bgRect" presStyleLbl="bgShp" presStyleIdx="0" presStyleCnt="3"/>
      <dgm:spPr/>
    </dgm:pt>
    <dgm:pt modelId="{34B4D6D5-BDE0-46CE-B33F-07EB92A2239D}" type="pres">
      <dgm:prSet presAssocID="{421E2E7A-313A-4E1F-A9BC-D1BA19FD1CC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illo de juez"/>
        </a:ext>
      </dgm:extLst>
    </dgm:pt>
    <dgm:pt modelId="{6FABFE9F-C866-4BA3-AE23-CF4C517D9E6D}" type="pres">
      <dgm:prSet presAssocID="{421E2E7A-313A-4E1F-A9BC-D1BA19FD1CC6}" presName="spaceRect" presStyleCnt="0"/>
      <dgm:spPr/>
    </dgm:pt>
    <dgm:pt modelId="{F510E615-9A79-4ACD-9542-D866B07D0180}" type="pres">
      <dgm:prSet presAssocID="{421E2E7A-313A-4E1F-A9BC-D1BA19FD1CC6}" presName="parTx" presStyleLbl="revTx" presStyleIdx="0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DE970818-2179-4E73-8307-EED1F27DB917}" type="pres">
      <dgm:prSet presAssocID="{84F24C48-B4C4-4C2C-BB28-A339B84CAA49}" presName="sibTrans" presStyleCnt="0"/>
      <dgm:spPr/>
    </dgm:pt>
    <dgm:pt modelId="{40590C0E-C4C8-4134-94A6-897791B38471}" type="pres">
      <dgm:prSet presAssocID="{AE1A7B0F-7F90-4A24-AB0B-85FA429B0CA4}" presName="compNode" presStyleCnt="0"/>
      <dgm:spPr/>
    </dgm:pt>
    <dgm:pt modelId="{69ADDB52-66F8-474A-9E19-D478A4B5218C}" type="pres">
      <dgm:prSet presAssocID="{AE1A7B0F-7F90-4A24-AB0B-85FA429B0CA4}" presName="bgRect" presStyleLbl="bgShp" presStyleIdx="1" presStyleCnt="3"/>
      <dgm:spPr/>
    </dgm:pt>
    <dgm:pt modelId="{4625BABF-EF32-424A-B37C-35296254A501}" type="pres">
      <dgm:prSet presAssocID="{AE1A7B0F-7F90-4A24-AB0B-85FA429B0CA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DB74ED40-4FCD-4C68-BCA4-FA684B7B34B6}" type="pres">
      <dgm:prSet presAssocID="{AE1A7B0F-7F90-4A24-AB0B-85FA429B0CA4}" presName="spaceRect" presStyleCnt="0"/>
      <dgm:spPr/>
    </dgm:pt>
    <dgm:pt modelId="{343687ED-CB04-4D49-819C-72DE29A99751}" type="pres">
      <dgm:prSet presAssocID="{AE1A7B0F-7F90-4A24-AB0B-85FA429B0CA4}" presName="parTx" presStyleLbl="revTx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FC94E841-D769-4C2C-A717-46FE3B15DA5C}" type="pres">
      <dgm:prSet presAssocID="{FD6E25F7-1A02-410B-BD4F-E69E102CBD49}" presName="sibTrans" presStyleCnt="0"/>
      <dgm:spPr/>
    </dgm:pt>
    <dgm:pt modelId="{AE25E2C6-6511-4373-804E-E624314C0002}" type="pres">
      <dgm:prSet presAssocID="{00D8FEF3-1212-4138-8A40-AC4835060D85}" presName="compNode" presStyleCnt="0"/>
      <dgm:spPr/>
    </dgm:pt>
    <dgm:pt modelId="{36DAA127-D94C-415C-80B3-45A35E1A83BF}" type="pres">
      <dgm:prSet presAssocID="{00D8FEF3-1212-4138-8A40-AC4835060D85}" presName="bgRect" presStyleLbl="bgShp" presStyleIdx="2" presStyleCnt="3"/>
      <dgm:spPr/>
    </dgm:pt>
    <dgm:pt modelId="{A6582B1C-DDAE-45B0-ACB6-F230ACCA83D6}" type="pres">
      <dgm:prSet presAssocID="{00D8FEF3-1212-4138-8A40-AC4835060D8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995898EB-FA67-4E7A-B89E-D0FAF67EB6FA}" type="pres">
      <dgm:prSet presAssocID="{00D8FEF3-1212-4138-8A40-AC4835060D85}" presName="spaceRect" presStyleCnt="0"/>
      <dgm:spPr/>
    </dgm:pt>
    <dgm:pt modelId="{D8003509-CEDC-42FA-BF68-C3D7B4FC575A}" type="pres">
      <dgm:prSet presAssocID="{00D8FEF3-1212-4138-8A40-AC4835060D85}" presName="parTx" presStyleLbl="revTx" presStyleIdx="2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5CD75435-D5C9-473A-8B33-D98940FD51F0}" type="presOf" srcId="{02FB22F9-5F5C-4E39-9194-B33F09BA5EED}" destId="{4E2F5C8C-8E6C-4258-8B99-193D0FD6D6C9}" srcOrd="0" destOrd="0" presId="urn:microsoft.com/office/officeart/2018/2/layout/IconVerticalSolidList"/>
    <dgm:cxn modelId="{02EBC24D-42EA-4374-BA55-DEDC844CF246}" srcId="{02FB22F9-5F5C-4E39-9194-B33F09BA5EED}" destId="{AE1A7B0F-7F90-4A24-AB0B-85FA429B0CA4}" srcOrd="1" destOrd="0" parTransId="{FD51FF05-401A-4215-8204-7529362DEB4E}" sibTransId="{FD6E25F7-1A02-410B-BD4F-E69E102CBD49}"/>
    <dgm:cxn modelId="{8E3DE925-2EDD-494C-B3D7-3BA9A6A0E788}" type="presOf" srcId="{AE1A7B0F-7F90-4A24-AB0B-85FA429B0CA4}" destId="{343687ED-CB04-4D49-819C-72DE29A99751}" srcOrd="0" destOrd="0" presId="urn:microsoft.com/office/officeart/2018/2/layout/IconVerticalSolidList"/>
    <dgm:cxn modelId="{E2F8BC09-0071-4F65-84A0-12A97FB3CD73}" srcId="{02FB22F9-5F5C-4E39-9194-B33F09BA5EED}" destId="{421E2E7A-313A-4E1F-A9BC-D1BA19FD1CC6}" srcOrd="0" destOrd="0" parTransId="{34711A5A-57A9-4AF5-99F4-22FC9C039AA3}" sibTransId="{84F24C48-B4C4-4C2C-BB28-A339B84CAA49}"/>
    <dgm:cxn modelId="{D64E2476-3FB2-487E-898D-EF6B534CA62F}" type="presOf" srcId="{00D8FEF3-1212-4138-8A40-AC4835060D85}" destId="{D8003509-CEDC-42FA-BF68-C3D7B4FC575A}" srcOrd="0" destOrd="0" presId="urn:microsoft.com/office/officeart/2018/2/layout/IconVerticalSolidList"/>
    <dgm:cxn modelId="{DAAFF4DD-76C9-4FB0-AFC7-19C8462D520E}" type="presOf" srcId="{421E2E7A-313A-4E1F-A9BC-D1BA19FD1CC6}" destId="{F510E615-9A79-4ACD-9542-D866B07D0180}" srcOrd="0" destOrd="0" presId="urn:microsoft.com/office/officeart/2018/2/layout/IconVerticalSolidList"/>
    <dgm:cxn modelId="{7EC81295-B0A1-44EF-8D7E-1C97A482D0B4}" srcId="{02FB22F9-5F5C-4E39-9194-B33F09BA5EED}" destId="{00D8FEF3-1212-4138-8A40-AC4835060D85}" srcOrd="2" destOrd="0" parTransId="{11DB9A48-77B9-4CB9-BE3E-724ECF9F83BE}" sibTransId="{4087C4FA-46F0-4622-93D3-1FF5B9C47A0A}"/>
    <dgm:cxn modelId="{C3B9AA75-90B2-4002-9261-26184A7D60DC}" type="presParOf" srcId="{4E2F5C8C-8E6C-4258-8B99-193D0FD6D6C9}" destId="{E8141FC2-9AEC-4D54-8774-92CB9302F222}" srcOrd="0" destOrd="0" presId="urn:microsoft.com/office/officeart/2018/2/layout/IconVerticalSolidList"/>
    <dgm:cxn modelId="{91DF78EF-D587-44E7-8179-BE8947E290FF}" type="presParOf" srcId="{E8141FC2-9AEC-4D54-8774-92CB9302F222}" destId="{396AAA44-8343-4B3F-894C-219BA03FFD4D}" srcOrd="0" destOrd="0" presId="urn:microsoft.com/office/officeart/2018/2/layout/IconVerticalSolidList"/>
    <dgm:cxn modelId="{E345B0D8-5665-40A0-88A8-225F0375E6F2}" type="presParOf" srcId="{E8141FC2-9AEC-4D54-8774-92CB9302F222}" destId="{34B4D6D5-BDE0-46CE-B33F-07EB92A2239D}" srcOrd="1" destOrd="0" presId="urn:microsoft.com/office/officeart/2018/2/layout/IconVerticalSolidList"/>
    <dgm:cxn modelId="{4373F71D-256D-406B-B202-C95CBB70A32B}" type="presParOf" srcId="{E8141FC2-9AEC-4D54-8774-92CB9302F222}" destId="{6FABFE9F-C866-4BA3-AE23-CF4C517D9E6D}" srcOrd="2" destOrd="0" presId="urn:microsoft.com/office/officeart/2018/2/layout/IconVerticalSolidList"/>
    <dgm:cxn modelId="{17352EF5-6E4B-41AD-B122-D7AC4D31475F}" type="presParOf" srcId="{E8141FC2-9AEC-4D54-8774-92CB9302F222}" destId="{F510E615-9A79-4ACD-9542-D866B07D0180}" srcOrd="3" destOrd="0" presId="urn:microsoft.com/office/officeart/2018/2/layout/IconVerticalSolidList"/>
    <dgm:cxn modelId="{6C1120CC-A6FE-460A-9410-4C1E92353BF8}" type="presParOf" srcId="{4E2F5C8C-8E6C-4258-8B99-193D0FD6D6C9}" destId="{DE970818-2179-4E73-8307-EED1F27DB917}" srcOrd="1" destOrd="0" presId="urn:microsoft.com/office/officeart/2018/2/layout/IconVerticalSolidList"/>
    <dgm:cxn modelId="{5794F766-9EB6-44B0-B65D-4B1F52F7CAC7}" type="presParOf" srcId="{4E2F5C8C-8E6C-4258-8B99-193D0FD6D6C9}" destId="{40590C0E-C4C8-4134-94A6-897791B38471}" srcOrd="2" destOrd="0" presId="urn:microsoft.com/office/officeart/2018/2/layout/IconVerticalSolidList"/>
    <dgm:cxn modelId="{06B89A62-69FD-45FB-BA0E-09EA5BD80700}" type="presParOf" srcId="{40590C0E-C4C8-4134-94A6-897791B38471}" destId="{69ADDB52-66F8-474A-9E19-D478A4B5218C}" srcOrd="0" destOrd="0" presId="urn:microsoft.com/office/officeart/2018/2/layout/IconVerticalSolidList"/>
    <dgm:cxn modelId="{A33A4F97-D598-4AA2-B059-7AC4598B8A07}" type="presParOf" srcId="{40590C0E-C4C8-4134-94A6-897791B38471}" destId="{4625BABF-EF32-424A-B37C-35296254A501}" srcOrd="1" destOrd="0" presId="urn:microsoft.com/office/officeart/2018/2/layout/IconVerticalSolidList"/>
    <dgm:cxn modelId="{4DB4FAD7-B9D4-4AD2-9020-E4DE6F42E0DB}" type="presParOf" srcId="{40590C0E-C4C8-4134-94A6-897791B38471}" destId="{DB74ED40-4FCD-4C68-BCA4-FA684B7B34B6}" srcOrd="2" destOrd="0" presId="urn:microsoft.com/office/officeart/2018/2/layout/IconVerticalSolidList"/>
    <dgm:cxn modelId="{BD826534-A919-4948-814F-569091CE6D9E}" type="presParOf" srcId="{40590C0E-C4C8-4134-94A6-897791B38471}" destId="{343687ED-CB04-4D49-819C-72DE29A99751}" srcOrd="3" destOrd="0" presId="urn:microsoft.com/office/officeart/2018/2/layout/IconVerticalSolidList"/>
    <dgm:cxn modelId="{DEFDD948-F4FC-476A-BBF5-F00FB38AA855}" type="presParOf" srcId="{4E2F5C8C-8E6C-4258-8B99-193D0FD6D6C9}" destId="{FC94E841-D769-4C2C-A717-46FE3B15DA5C}" srcOrd="3" destOrd="0" presId="urn:microsoft.com/office/officeart/2018/2/layout/IconVerticalSolidList"/>
    <dgm:cxn modelId="{19DE0924-C3EC-4820-BE31-9ACBC5B056EE}" type="presParOf" srcId="{4E2F5C8C-8E6C-4258-8B99-193D0FD6D6C9}" destId="{AE25E2C6-6511-4373-804E-E624314C0002}" srcOrd="4" destOrd="0" presId="urn:microsoft.com/office/officeart/2018/2/layout/IconVerticalSolidList"/>
    <dgm:cxn modelId="{8CE87BE0-65DB-4ADE-AED2-6223765A3609}" type="presParOf" srcId="{AE25E2C6-6511-4373-804E-E624314C0002}" destId="{36DAA127-D94C-415C-80B3-45A35E1A83BF}" srcOrd="0" destOrd="0" presId="urn:microsoft.com/office/officeart/2018/2/layout/IconVerticalSolidList"/>
    <dgm:cxn modelId="{11B78618-F268-48DF-9F48-26210BD4F7C8}" type="presParOf" srcId="{AE25E2C6-6511-4373-804E-E624314C0002}" destId="{A6582B1C-DDAE-45B0-ACB6-F230ACCA83D6}" srcOrd="1" destOrd="0" presId="urn:microsoft.com/office/officeart/2018/2/layout/IconVerticalSolidList"/>
    <dgm:cxn modelId="{A5BDA49F-F88D-4C95-A78E-7F7EC35FAB4E}" type="presParOf" srcId="{AE25E2C6-6511-4373-804E-E624314C0002}" destId="{995898EB-FA67-4E7A-B89E-D0FAF67EB6FA}" srcOrd="2" destOrd="0" presId="urn:microsoft.com/office/officeart/2018/2/layout/IconVerticalSolidList"/>
    <dgm:cxn modelId="{D07F864D-1E07-4F3C-A25F-7C07DE989EE5}" type="presParOf" srcId="{AE25E2C6-6511-4373-804E-E624314C0002}" destId="{D8003509-CEDC-42FA-BF68-C3D7B4FC575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157985-E70D-4EC8-B24A-C6DAAC39E23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FBAC6C7-535F-441D-A51D-21D906CD879D}">
      <dgm:prSet/>
      <dgm:spPr/>
      <dgm:t>
        <a:bodyPr/>
        <a:lstStyle/>
        <a:p>
          <a:r>
            <a:rPr lang="en-US"/>
            <a:t>class Persona:</a:t>
          </a:r>
        </a:p>
      </dgm:t>
    </dgm:pt>
    <dgm:pt modelId="{6C83134B-80A2-45B2-96DB-88DE6003C315}" type="parTrans" cxnId="{9A8FDD7E-8B7D-43C0-A9EA-7A3A31936F14}">
      <dgm:prSet/>
      <dgm:spPr/>
      <dgm:t>
        <a:bodyPr/>
        <a:lstStyle/>
        <a:p>
          <a:endParaRPr lang="en-US"/>
        </a:p>
      </dgm:t>
    </dgm:pt>
    <dgm:pt modelId="{FBAD973F-DF61-44E0-AFA6-B79AA4646F9E}" type="sibTrans" cxnId="{9A8FDD7E-8B7D-43C0-A9EA-7A3A31936F14}">
      <dgm:prSet/>
      <dgm:spPr/>
      <dgm:t>
        <a:bodyPr/>
        <a:lstStyle/>
        <a:p>
          <a:endParaRPr lang="en-US"/>
        </a:p>
      </dgm:t>
    </dgm:pt>
    <dgm:pt modelId="{67AA145F-1682-446A-B4AA-1F7BABBF74B8}">
      <dgm:prSet/>
      <dgm:spPr/>
      <dgm:t>
        <a:bodyPr/>
        <a:lstStyle/>
        <a:p>
          <a:r>
            <a:rPr lang="en-US"/>
            <a:t>	def __init__(self, nombre):</a:t>
          </a:r>
        </a:p>
      </dgm:t>
    </dgm:pt>
    <dgm:pt modelId="{6224194C-E7D3-4503-9F51-299B87007F82}" type="parTrans" cxnId="{265E4DC3-47E8-453C-B0BB-874AFDA399C2}">
      <dgm:prSet/>
      <dgm:spPr/>
      <dgm:t>
        <a:bodyPr/>
        <a:lstStyle/>
        <a:p>
          <a:endParaRPr lang="en-US"/>
        </a:p>
      </dgm:t>
    </dgm:pt>
    <dgm:pt modelId="{30AEF97C-FF37-4FD4-9799-EDD58346389D}" type="sibTrans" cxnId="{265E4DC3-47E8-453C-B0BB-874AFDA399C2}">
      <dgm:prSet/>
      <dgm:spPr/>
      <dgm:t>
        <a:bodyPr/>
        <a:lstStyle/>
        <a:p>
          <a:endParaRPr lang="en-US"/>
        </a:p>
      </dgm:t>
    </dgm:pt>
    <dgm:pt modelId="{F34BCC6C-4A74-4FFF-84BC-8874F43BCEA7}">
      <dgm:prSet/>
      <dgm:spPr/>
      <dgm:t>
        <a:bodyPr/>
        <a:lstStyle/>
        <a:p>
          <a:r>
            <a:rPr lang="en-US"/>
            <a:t>		self.nombre = nombre</a:t>
          </a:r>
        </a:p>
      </dgm:t>
    </dgm:pt>
    <dgm:pt modelId="{875AEAB4-1D98-4D21-9D17-3F2885C86429}" type="parTrans" cxnId="{1B8F4BF4-ED83-433E-8FF8-76E6D9F81AC8}">
      <dgm:prSet/>
      <dgm:spPr/>
      <dgm:t>
        <a:bodyPr/>
        <a:lstStyle/>
        <a:p>
          <a:endParaRPr lang="en-US"/>
        </a:p>
      </dgm:t>
    </dgm:pt>
    <dgm:pt modelId="{436755CC-C7F5-4C1B-BD3D-8E99EE94C7B1}" type="sibTrans" cxnId="{1B8F4BF4-ED83-433E-8FF8-76E6D9F81AC8}">
      <dgm:prSet/>
      <dgm:spPr/>
      <dgm:t>
        <a:bodyPr/>
        <a:lstStyle/>
        <a:p>
          <a:endParaRPr lang="en-US"/>
        </a:p>
      </dgm:t>
    </dgm:pt>
    <dgm:pt modelId="{586BE463-1463-4F9A-8C84-640562BCE3BE}">
      <dgm:prSet/>
      <dgm:spPr/>
      <dgm:t>
        <a:bodyPr/>
        <a:lstStyle/>
        <a:p>
          <a:r>
            <a:rPr lang="en-US"/>
            <a:t>class Estudiante(Persona):</a:t>
          </a:r>
        </a:p>
      </dgm:t>
    </dgm:pt>
    <dgm:pt modelId="{4144B220-6C0E-414D-B269-D42AEE152D54}" type="parTrans" cxnId="{A62C8047-BD66-429F-AB9F-61863A0C49B6}">
      <dgm:prSet/>
      <dgm:spPr/>
      <dgm:t>
        <a:bodyPr/>
        <a:lstStyle/>
        <a:p>
          <a:endParaRPr lang="en-US"/>
        </a:p>
      </dgm:t>
    </dgm:pt>
    <dgm:pt modelId="{0666C62A-270C-45A9-AD86-BD4B6FA99428}" type="sibTrans" cxnId="{A62C8047-BD66-429F-AB9F-61863A0C49B6}">
      <dgm:prSet/>
      <dgm:spPr/>
      <dgm:t>
        <a:bodyPr/>
        <a:lstStyle/>
        <a:p>
          <a:endParaRPr lang="en-US"/>
        </a:p>
      </dgm:t>
    </dgm:pt>
    <dgm:pt modelId="{5CD35B59-A4C6-4FDD-B95F-ECA5AF1DD2D2}">
      <dgm:prSet/>
      <dgm:spPr/>
      <dgm:t>
        <a:bodyPr/>
        <a:lstStyle/>
        <a:p>
          <a:r>
            <a:rPr lang="en-US"/>
            <a:t>	def __init__(self, nombre, carrera):</a:t>
          </a:r>
        </a:p>
      </dgm:t>
    </dgm:pt>
    <dgm:pt modelId="{1D234626-10BE-4618-96B9-2B812BC61F0A}" type="parTrans" cxnId="{1C15D62C-A707-4921-BEE5-49C78434C6D9}">
      <dgm:prSet/>
      <dgm:spPr/>
      <dgm:t>
        <a:bodyPr/>
        <a:lstStyle/>
        <a:p>
          <a:endParaRPr lang="en-US"/>
        </a:p>
      </dgm:t>
    </dgm:pt>
    <dgm:pt modelId="{D9FB481F-8EA7-463F-A635-FD697B98FA88}" type="sibTrans" cxnId="{1C15D62C-A707-4921-BEE5-49C78434C6D9}">
      <dgm:prSet/>
      <dgm:spPr/>
      <dgm:t>
        <a:bodyPr/>
        <a:lstStyle/>
        <a:p>
          <a:endParaRPr lang="en-US"/>
        </a:p>
      </dgm:t>
    </dgm:pt>
    <dgm:pt modelId="{A36B80DE-EF0B-410C-BBD6-C342438DECF7}">
      <dgm:prSet/>
      <dgm:spPr/>
      <dgm:t>
        <a:bodyPr/>
        <a:lstStyle/>
        <a:p>
          <a:r>
            <a:rPr lang="en-US"/>
            <a:t>		super().__init__(nombre)</a:t>
          </a:r>
        </a:p>
      </dgm:t>
    </dgm:pt>
    <dgm:pt modelId="{AFA79EDE-76B7-40D6-BEC0-EF11291F48D5}" type="parTrans" cxnId="{4FF90DE5-8C11-461B-895B-D2D0FC599782}">
      <dgm:prSet/>
      <dgm:spPr/>
      <dgm:t>
        <a:bodyPr/>
        <a:lstStyle/>
        <a:p>
          <a:endParaRPr lang="en-US"/>
        </a:p>
      </dgm:t>
    </dgm:pt>
    <dgm:pt modelId="{E441EE34-EF0A-4FB5-9BF1-64A52F20F854}" type="sibTrans" cxnId="{4FF90DE5-8C11-461B-895B-D2D0FC599782}">
      <dgm:prSet/>
      <dgm:spPr/>
      <dgm:t>
        <a:bodyPr/>
        <a:lstStyle/>
        <a:p>
          <a:endParaRPr lang="en-US"/>
        </a:p>
      </dgm:t>
    </dgm:pt>
    <dgm:pt modelId="{72F3C3CD-7A07-4F8E-BD6F-A1DF35A6D7AD}">
      <dgm:prSet/>
      <dgm:spPr/>
      <dgm:t>
        <a:bodyPr/>
        <a:lstStyle/>
        <a:p>
          <a:r>
            <a:rPr lang="en-US"/>
            <a:t>		self.carrera = carrera</a:t>
          </a:r>
        </a:p>
      </dgm:t>
    </dgm:pt>
    <dgm:pt modelId="{C5181162-EA85-4914-8820-A8259CDA860C}" type="parTrans" cxnId="{6230A62D-3A1A-427A-A580-2E3ED8A861EA}">
      <dgm:prSet/>
      <dgm:spPr/>
      <dgm:t>
        <a:bodyPr/>
        <a:lstStyle/>
        <a:p>
          <a:endParaRPr lang="en-US"/>
        </a:p>
      </dgm:t>
    </dgm:pt>
    <dgm:pt modelId="{AD0E024A-9DCE-4509-A5D5-03A96B1D6CDA}" type="sibTrans" cxnId="{6230A62D-3A1A-427A-A580-2E3ED8A861EA}">
      <dgm:prSet/>
      <dgm:spPr/>
      <dgm:t>
        <a:bodyPr/>
        <a:lstStyle/>
        <a:p>
          <a:endParaRPr lang="en-US"/>
        </a:p>
      </dgm:t>
    </dgm:pt>
    <dgm:pt modelId="{D1D925E2-9C42-4BC0-AF66-24FD8FE93C9E}" type="pres">
      <dgm:prSet presAssocID="{B2157985-E70D-4EC8-B24A-C6DAAC39E23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5F04E74-21E9-4348-B002-820F133ED787}" type="pres">
      <dgm:prSet presAssocID="{5FBAC6C7-535F-441D-A51D-21D906CD879D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3CA9D8-3232-436A-8FFE-59E5BB9E355F}" type="pres">
      <dgm:prSet presAssocID="{FBAD973F-DF61-44E0-AFA6-B79AA4646F9E}" presName="spacer" presStyleCnt="0"/>
      <dgm:spPr/>
    </dgm:pt>
    <dgm:pt modelId="{A1D6F27D-1269-42B6-9F92-05A329305545}" type="pres">
      <dgm:prSet presAssocID="{67AA145F-1682-446A-B4AA-1F7BABBF74B8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1DC55C-A155-428D-AA13-9DC0D69037BD}" type="pres">
      <dgm:prSet presAssocID="{30AEF97C-FF37-4FD4-9799-EDD58346389D}" presName="spacer" presStyleCnt="0"/>
      <dgm:spPr/>
    </dgm:pt>
    <dgm:pt modelId="{CA9D945C-AFF7-43C9-A8C2-19FAF291C451}" type="pres">
      <dgm:prSet presAssocID="{F34BCC6C-4A74-4FFF-84BC-8874F43BCEA7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CE3B5B-B3A0-47D5-878C-5CC7A3B8B473}" type="pres">
      <dgm:prSet presAssocID="{436755CC-C7F5-4C1B-BD3D-8E99EE94C7B1}" presName="spacer" presStyleCnt="0"/>
      <dgm:spPr/>
    </dgm:pt>
    <dgm:pt modelId="{A1272E29-4C21-4B3B-BE98-392E45DFA2D6}" type="pres">
      <dgm:prSet presAssocID="{586BE463-1463-4F9A-8C84-640562BCE3BE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92E679-E5E2-48AD-A588-22E073F1BC74}" type="pres">
      <dgm:prSet presAssocID="{0666C62A-270C-45A9-AD86-BD4B6FA99428}" presName="spacer" presStyleCnt="0"/>
      <dgm:spPr/>
    </dgm:pt>
    <dgm:pt modelId="{02B73079-D177-4498-8B14-BB836A3E4295}" type="pres">
      <dgm:prSet presAssocID="{5CD35B59-A4C6-4FDD-B95F-ECA5AF1DD2D2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60BB3B-E741-4996-981E-F88659EEFE39}" type="pres">
      <dgm:prSet presAssocID="{D9FB481F-8EA7-463F-A635-FD697B98FA88}" presName="spacer" presStyleCnt="0"/>
      <dgm:spPr/>
    </dgm:pt>
    <dgm:pt modelId="{0C43E070-2D29-4196-A495-7568A3854302}" type="pres">
      <dgm:prSet presAssocID="{A36B80DE-EF0B-410C-BBD6-C342438DECF7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368734-A468-444D-AA27-217092308025}" type="pres">
      <dgm:prSet presAssocID="{E441EE34-EF0A-4FB5-9BF1-64A52F20F854}" presName="spacer" presStyleCnt="0"/>
      <dgm:spPr/>
    </dgm:pt>
    <dgm:pt modelId="{DC45C226-40C5-4900-839A-1208B2AD3F63}" type="pres">
      <dgm:prSet presAssocID="{72F3C3CD-7A07-4F8E-BD6F-A1DF35A6D7AD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A78280C-4B47-4E02-9306-210613E36DCB}" type="presOf" srcId="{A36B80DE-EF0B-410C-BBD6-C342438DECF7}" destId="{0C43E070-2D29-4196-A495-7568A3854302}" srcOrd="0" destOrd="0" presId="urn:microsoft.com/office/officeart/2005/8/layout/vList2"/>
    <dgm:cxn modelId="{6FFD33C8-5993-413B-95BF-1E89D65A8D04}" type="presOf" srcId="{5FBAC6C7-535F-441D-A51D-21D906CD879D}" destId="{A5F04E74-21E9-4348-B002-820F133ED787}" srcOrd="0" destOrd="0" presId="urn:microsoft.com/office/officeart/2005/8/layout/vList2"/>
    <dgm:cxn modelId="{4FF90DE5-8C11-461B-895B-D2D0FC599782}" srcId="{B2157985-E70D-4EC8-B24A-C6DAAC39E236}" destId="{A36B80DE-EF0B-410C-BBD6-C342438DECF7}" srcOrd="5" destOrd="0" parTransId="{AFA79EDE-76B7-40D6-BEC0-EF11291F48D5}" sibTransId="{E441EE34-EF0A-4FB5-9BF1-64A52F20F854}"/>
    <dgm:cxn modelId="{9A8FDD7E-8B7D-43C0-A9EA-7A3A31936F14}" srcId="{B2157985-E70D-4EC8-B24A-C6DAAC39E236}" destId="{5FBAC6C7-535F-441D-A51D-21D906CD879D}" srcOrd="0" destOrd="0" parTransId="{6C83134B-80A2-45B2-96DB-88DE6003C315}" sibTransId="{FBAD973F-DF61-44E0-AFA6-B79AA4646F9E}"/>
    <dgm:cxn modelId="{6C810C01-DCD3-48C5-AC3E-19FB9FBCF877}" type="presOf" srcId="{67AA145F-1682-446A-B4AA-1F7BABBF74B8}" destId="{A1D6F27D-1269-42B6-9F92-05A329305545}" srcOrd="0" destOrd="0" presId="urn:microsoft.com/office/officeart/2005/8/layout/vList2"/>
    <dgm:cxn modelId="{80FCC5AA-8BDD-4F1F-ACE3-CB56D73E1A4C}" type="presOf" srcId="{5CD35B59-A4C6-4FDD-B95F-ECA5AF1DD2D2}" destId="{02B73079-D177-4498-8B14-BB836A3E4295}" srcOrd="0" destOrd="0" presId="urn:microsoft.com/office/officeart/2005/8/layout/vList2"/>
    <dgm:cxn modelId="{1B8F4BF4-ED83-433E-8FF8-76E6D9F81AC8}" srcId="{B2157985-E70D-4EC8-B24A-C6DAAC39E236}" destId="{F34BCC6C-4A74-4FFF-84BC-8874F43BCEA7}" srcOrd="2" destOrd="0" parTransId="{875AEAB4-1D98-4D21-9D17-3F2885C86429}" sibTransId="{436755CC-C7F5-4C1B-BD3D-8E99EE94C7B1}"/>
    <dgm:cxn modelId="{6230A62D-3A1A-427A-A580-2E3ED8A861EA}" srcId="{B2157985-E70D-4EC8-B24A-C6DAAC39E236}" destId="{72F3C3CD-7A07-4F8E-BD6F-A1DF35A6D7AD}" srcOrd="6" destOrd="0" parTransId="{C5181162-EA85-4914-8820-A8259CDA860C}" sibTransId="{AD0E024A-9DCE-4509-A5D5-03A96B1D6CDA}"/>
    <dgm:cxn modelId="{BD9DA77D-1D63-4F0B-A1CF-E9926F76876B}" type="presOf" srcId="{72F3C3CD-7A07-4F8E-BD6F-A1DF35A6D7AD}" destId="{DC45C226-40C5-4900-839A-1208B2AD3F63}" srcOrd="0" destOrd="0" presId="urn:microsoft.com/office/officeart/2005/8/layout/vList2"/>
    <dgm:cxn modelId="{265E4DC3-47E8-453C-B0BB-874AFDA399C2}" srcId="{B2157985-E70D-4EC8-B24A-C6DAAC39E236}" destId="{67AA145F-1682-446A-B4AA-1F7BABBF74B8}" srcOrd="1" destOrd="0" parTransId="{6224194C-E7D3-4503-9F51-299B87007F82}" sibTransId="{30AEF97C-FF37-4FD4-9799-EDD58346389D}"/>
    <dgm:cxn modelId="{BBC3D96A-CA9A-4630-AD6E-809A9C290A5F}" type="presOf" srcId="{F34BCC6C-4A74-4FFF-84BC-8874F43BCEA7}" destId="{CA9D945C-AFF7-43C9-A8C2-19FAF291C451}" srcOrd="0" destOrd="0" presId="urn:microsoft.com/office/officeart/2005/8/layout/vList2"/>
    <dgm:cxn modelId="{1C15D62C-A707-4921-BEE5-49C78434C6D9}" srcId="{B2157985-E70D-4EC8-B24A-C6DAAC39E236}" destId="{5CD35B59-A4C6-4FDD-B95F-ECA5AF1DD2D2}" srcOrd="4" destOrd="0" parTransId="{1D234626-10BE-4618-96B9-2B812BC61F0A}" sibTransId="{D9FB481F-8EA7-463F-A635-FD697B98FA88}"/>
    <dgm:cxn modelId="{DADD5145-B7C3-4A47-B33C-4BFFC838BCC0}" type="presOf" srcId="{586BE463-1463-4F9A-8C84-640562BCE3BE}" destId="{A1272E29-4C21-4B3B-BE98-392E45DFA2D6}" srcOrd="0" destOrd="0" presId="urn:microsoft.com/office/officeart/2005/8/layout/vList2"/>
    <dgm:cxn modelId="{A62C8047-BD66-429F-AB9F-61863A0C49B6}" srcId="{B2157985-E70D-4EC8-B24A-C6DAAC39E236}" destId="{586BE463-1463-4F9A-8C84-640562BCE3BE}" srcOrd="3" destOrd="0" parTransId="{4144B220-6C0E-414D-B269-D42AEE152D54}" sibTransId="{0666C62A-270C-45A9-AD86-BD4B6FA99428}"/>
    <dgm:cxn modelId="{20E4CB32-D126-49D3-A17F-FCBA3B077ED2}" type="presOf" srcId="{B2157985-E70D-4EC8-B24A-C6DAAC39E236}" destId="{D1D925E2-9C42-4BC0-AF66-24FD8FE93C9E}" srcOrd="0" destOrd="0" presId="urn:microsoft.com/office/officeart/2005/8/layout/vList2"/>
    <dgm:cxn modelId="{F5DBCDB3-DAAD-49ED-8B99-33457A79F51B}" type="presParOf" srcId="{D1D925E2-9C42-4BC0-AF66-24FD8FE93C9E}" destId="{A5F04E74-21E9-4348-B002-820F133ED787}" srcOrd="0" destOrd="0" presId="urn:microsoft.com/office/officeart/2005/8/layout/vList2"/>
    <dgm:cxn modelId="{F194B4A0-5C43-4369-96B9-2A72E1139B6F}" type="presParOf" srcId="{D1D925E2-9C42-4BC0-AF66-24FD8FE93C9E}" destId="{323CA9D8-3232-436A-8FFE-59E5BB9E355F}" srcOrd="1" destOrd="0" presId="urn:microsoft.com/office/officeart/2005/8/layout/vList2"/>
    <dgm:cxn modelId="{E6610FED-5A63-4518-91CB-D596C32DA6CD}" type="presParOf" srcId="{D1D925E2-9C42-4BC0-AF66-24FD8FE93C9E}" destId="{A1D6F27D-1269-42B6-9F92-05A329305545}" srcOrd="2" destOrd="0" presId="urn:microsoft.com/office/officeart/2005/8/layout/vList2"/>
    <dgm:cxn modelId="{996B3EAA-BF93-4A61-8253-D55F338267DA}" type="presParOf" srcId="{D1D925E2-9C42-4BC0-AF66-24FD8FE93C9E}" destId="{551DC55C-A155-428D-AA13-9DC0D69037BD}" srcOrd="3" destOrd="0" presId="urn:microsoft.com/office/officeart/2005/8/layout/vList2"/>
    <dgm:cxn modelId="{890AFA88-B0C4-4EFB-BE5E-104C06E98989}" type="presParOf" srcId="{D1D925E2-9C42-4BC0-AF66-24FD8FE93C9E}" destId="{CA9D945C-AFF7-43C9-A8C2-19FAF291C451}" srcOrd="4" destOrd="0" presId="urn:microsoft.com/office/officeart/2005/8/layout/vList2"/>
    <dgm:cxn modelId="{D397A115-E3E1-48E5-A5B3-BBD0635AF38B}" type="presParOf" srcId="{D1D925E2-9C42-4BC0-AF66-24FD8FE93C9E}" destId="{7ACE3B5B-B3A0-47D5-878C-5CC7A3B8B473}" srcOrd="5" destOrd="0" presId="urn:microsoft.com/office/officeart/2005/8/layout/vList2"/>
    <dgm:cxn modelId="{300A1911-81C1-4A67-8E77-31C085B441A7}" type="presParOf" srcId="{D1D925E2-9C42-4BC0-AF66-24FD8FE93C9E}" destId="{A1272E29-4C21-4B3B-BE98-392E45DFA2D6}" srcOrd="6" destOrd="0" presId="urn:microsoft.com/office/officeart/2005/8/layout/vList2"/>
    <dgm:cxn modelId="{4A27FC85-69B6-4D29-BA70-C9339D3F57CA}" type="presParOf" srcId="{D1D925E2-9C42-4BC0-AF66-24FD8FE93C9E}" destId="{7E92E679-E5E2-48AD-A588-22E073F1BC74}" srcOrd="7" destOrd="0" presId="urn:microsoft.com/office/officeart/2005/8/layout/vList2"/>
    <dgm:cxn modelId="{256D0638-1B06-4B8D-96CB-61B4B91641D7}" type="presParOf" srcId="{D1D925E2-9C42-4BC0-AF66-24FD8FE93C9E}" destId="{02B73079-D177-4498-8B14-BB836A3E4295}" srcOrd="8" destOrd="0" presId="urn:microsoft.com/office/officeart/2005/8/layout/vList2"/>
    <dgm:cxn modelId="{9ED15F41-2F59-4230-9C30-DA09AB5657C0}" type="presParOf" srcId="{D1D925E2-9C42-4BC0-AF66-24FD8FE93C9E}" destId="{8060BB3B-E741-4996-981E-F88659EEFE39}" srcOrd="9" destOrd="0" presId="urn:microsoft.com/office/officeart/2005/8/layout/vList2"/>
    <dgm:cxn modelId="{155A51A7-F618-4CA3-A6DC-B3A52DD23226}" type="presParOf" srcId="{D1D925E2-9C42-4BC0-AF66-24FD8FE93C9E}" destId="{0C43E070-2D29-4196-A495-7568A3854302}" srcOrd="10" destOrd="0" presId="urn:microsoft.com/office/officeart/2005/8/layout/vList2"/>
    <dgm:cxn modelId="{8B36AB35-0FF1-4A26-AC7A-C89C1E10B1E9}" type="presParOf" srcId="{D1D925E2-9C42-4BC0-AF66-24FD8FE93C9E}" destId="{EC368734-A468-444D-AA27-217092308025}" srcOrd="11" destOrd="0" presId="urn:microsoft.com/office/officeart/2005/8/layout/vList2"/>
    <dgm:cxn modelId="{3B4BE8FF-2121-4FC8-8E7E-F882DC8501A8}" type="presParOf" srcId="{D1D925E2-9C42-4BC0-AF66-24FD8FE93C9E}" destId="{DC45C226-40C5-4900-839A-1208B2AD3F63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8593B9-40AB-45A3-8549-ECC9AA8E4BA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FB203594-83AC-4736-B111-8E62AE727CC3}">
      <dgm:prSet/>
      <dgm:spPr/>
      <dgm:t>
        <a:bodyPr/>
        <a:lstStyle/>
        <a:p>
          <a:r>
            <a:rPr lang="en-US"/>
            <a:t>En Python se implementa con clases abstractas (ABC).</a:t>
          </a:r>
        </a:p>
      </dgm:t>
    </dgm:pt>
    <dgm:pt modelId="{5E246E14-404D-44DA-AAEF-4F6E04F8C433}" type="parTrans" cxnId="{91E16149-7693-4806-98C6-1F7838A06D04}">
      <dgm:prSet/>
      <dgm:spPr/>
      <dgm:t>
        <a:bodyPr/>
        <a:lstStyle/>
        <a:p>
          <a:endParaRPr lang="en-US"/>
        </a:p>
      </dgm:t>
    </dgm:pt>
    <dgm:pt modelId="{8549FB33-60B4-49C7-B691-E94B87F05351}" type="sibTrans" cxnId="{91E16149-7693-4806-98C6-1F7838A06D04}">
      <dgm:prSet/>
      <dgm:spPr/>
      <dgm:t>
        <a:bodyPr/>
        <a:lstStyle/>
        <a:p>
          <a:endParaRPr lang="en-US"/>
        </a:p>
      </dgm:t>
    </dgm:pt>
    <dgm:pt modelId="{C2F446FD-8156-4418-82D9-781886D71B72}">
      <dgm:prSet/>
      <dgm:spPr/>
      <dgm:t>
        <a:bodyPr/>
        <a:lstStyle/>
        <a:p>
          <a:r>
            <a:rPr lang="en-US"/>
            <a:t>Define métodos que las clases hijas deben implementar.</a:t>
          </a:r>
        </a:p>
      </dgm:t>
    </dgm:pt>
    <dgm:pt modelId="{2B7D6E18-1AA5-4BBC-BA9E-459D8E5454A1}" type="parTrans" cxnId="{F02CAA87-43F2-4AE5-9473-44B93CBA78D0}">
      <dgm:prSet/>
      <dgm:spPr/>
      <dgm:t>
        <a:bodyPr/>
        <a:lstStyle/>
        <a:p>
          <a:endParaRPr lang="en-US"/>
        </a:p>
      </dgm:t>
    </dgm:pt>
    <dgm:pt modelId="{EE792C4E-1AF5-4092-895D-9B2B02AD3E34}" type="sibTrans" cxnId="{F02CAA87-43F2-4AE5-9473-44B93CBA78D0}">
      <dgm:prSet/>
      <dgm:spPr/>
      <dgm:t>
        <a:bodyPr/>
        <a:lstStyle/>
        <a:p>
          <a:endParaRPr lang="en-US"/>
        </a:p>
      </dgm:t>
    </dgm:pt>
    <dgm:pt modelId="{850FD0D7-53EE-47A7-A038-D18B52042F16}">
      <dgm:prSet/>
      <dgm:spPr/>
      <dgm:t>
        <a:bodyPr/>
        <a:lstStyle/>
        <a:p>
          <a:r>
            <a:rPr lang="en-US"/>
            <a:t>Ejemplo: Figura con método abstracto area().</a:t>
          </a:r>
        </a:p>
      </dgm:t>
    </dgm:pt>
    <dgm:pt modelId="{E8263807-575A-45DC-8677-E5588E2BE2FA}" type="parTrans" cxnId="{7470E87A-D72C-492B-8528-E984211200B8}">
      <dgm:prSet/>
      <dgm:spPr/>
      <dgm:t>
        <a:bodyPr/>
        <a:lstStyle/>
        <a:p>
          <a:endParaRPr lang="en-US"/>
        </a:p>
      </dgm:t>
    </dgm:pt>
    <dgm:pt modelId="{7E6E8DD5-6AF6-49BE-A6CA-67E7C5BC32DB}" type="sibTrans" cxnId="{7470E87A-D72C-492B-8528-E984211200B8}">
      <dgm:prSet/>
      <dgm:spPr/>
      <dgm:t>
        <a:bodyPr/>
        <a:lstStyle/>
        <a:p>
          <a:endParaRPr lang="en-US"/>
        </a:p>
      </dgm:t>
    </dgm:pt>
    <dgm:pt modelId="{34712786-BE17-4EE7-A637-BC7B7646D4DF}" type="pres">
      <dgm:prSet presAssocID="{168593B9-40AB-45A3-8549-ECC9AA8E4BA5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5FBAF64-C3BC-45D4-AA4E-788EBB64DC84}" type="pres">
      <dgm:prSet presAssocID="{FB203594-83AC-4736-B111-8E62AE727CC3}" presName="compNode" presStyleCnt="0"/>
      <dgm:spPr/>
    </dgm:pt>
    <dgm:pt modelId="{BD21B281-EDCB-45DB-844E-267A1F141F71}" type="pres">
      <dgm:prSet presAssocID="{FB203594-83AC-4736-B111-8E62AE727CC3}" presName="bgRect" presStyleLbl="bgShp" presStyleIdx="0" presStyleCnt="3"/>
      <dgm:spPr/>
    </dgm:pt>
    <dgm:pt modelId="{F0AA3176-F563-4342-AF25-31162DF11AA9}" type="pres">
      <dgm:prSet presAssocID="{FB203594-83AC-4736-B111-8E62AE727CC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5EDAA3F5-0ADB-406D-8347-32B337B85223}" type="pres">
      <dgm:prSet presAssocID="{FB203594-83AC-4736-B111-8E62AE727CC3}" presName="spaceRect" presStyleCnt="0"/>
      <dgm:spPr/>
    </dgm:pt>
    <dgm:pt modelId="{F548DD3E-978B-45CB-B2F3-194EB3E0F183}" type="pres">
      <dgm:prSet presAssocID="{FB203594-83AC-4736-B111-8E62AE727CC3}" presName="parTx" presStyleLbl="revTx" presStyleIdx="0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9D308A3A-BF6D-4B82-ADD7-DA1189D92533}" type="pres">
      <dgm:prSet presAssocID="{8549FB33-60B4-49C7-B691-E94B87F05351}" presName="sibTrans" presStyleCnt="0"/>
      <dgm:spPr/>
    </dgm:pt>
    <dgm:pt modelId="{B773A425-10E4-48BC-9476-7C491667B798}" type="pres">
      <dgm:prSet presAssocID="{C2F446FD-8156-4418-82D9-781886D71B72}" presName="compNode" presStyleCnt="0"/>
      <dgm:spPr/>
    </dgm:pt>
    <dgm:pt modelId="{DFC06FD2-4B79-456F-9DF9-2EEFA057CD4C}" type="pres">
      <dgm:prSet presAssocID="{C2F446FD-8156-4418-82D9-781886D71B72}" presName="bgRect" presStyleLbl="bgShp" presStyleIdx="1" presStyleCnt="3"/>
      <dgm:spPr/>
    </dgm:pt>
    <dgm:pt modelId="{AE8D844A-2DDE-484B-9A20-EC6CFBC058A3}" type="pres">
      <dgm:prSet presAssocID="{C2F446FD-8156-4418-82D9-781886D71B7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0A46D7FB-C9C6-48B1-88DF-EB31DED25871}" type="pres">
      <dgm:prSet presAssocID="{C2F446FD-8156-4418-82D9-781886D71B72}" presName="spaceRect" presStyleCnt="0"/>
      <dgm:spPr/>
    </dgm:pt>
    <dgm:pt modelId="{C0BE9001-3C5A-4DA8-89B8-BB0F3D7B3BD5}" type="pres">
      <dgm:prSet presAssocID="{C2F446FD-8156-4418-82D9-781886D71B72}" presName="parTx" presStyleLbl="revTx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B24B735E-314D-4526-B83A-219969EA699E}" type="pres">
      <dgm:prSet presAssocID="{EE792C4E-1AF5-4092-895D-9B2B02AD3E34}" presName="sibTrans" presStyleCnt="0"/>
      <dgm:spPr/>
    </dgm:pt>
    <dgm:pt modelId="{112D1C88-2EE8-40DB-A259-162C757C93D4}" type="pres">
      <dgm:prSet presAssocID="{850FD0D7-53EE-47A7-A038-D18B52042F16}" presName="compNode" presStyleCnt="0"/>
      <dgm:spPr/>
    </dgm:pt>
    <dgm:pt modelId="{9AE12D19-0AA4-45C4-9404-AB8BA28AF91B}" type="pres">
      <dgm:prSet presAssocID="{850FD0D7-53EE-47A7-A038-D18B52042F16}" presName="bgRect" presStyleLbl="bgShp" presStyleIdx="2" presStyleCnt="3"/>
      <dgm:spPr/>
    </dgm:pt>
    <dgm:pt modelId="{6D181296-4FA4-413D-AB2D-C73E0DA9E098}" type="pres">
      <dgm:prSet presAssocID="{850FD0D7-53EE-47A7-A038-D18B52042F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CB4BFC61-1A58-44F1-A89C-FA920E371D3A}" type="pres">
      <dgm:prSet presAssocID="{850FD0D7-53EE-47A7-A038-D18B52042F16}" presName="spaceRect" presStyleCnt="0"/>
      <dgm:spPr/>
    </dgm:pt>
    <dgm:pt modelId="{D396099C-7B2B-45B0-AFE0-8A81A86EFCC6}" type="pres">
      <dgm:prSet presAssocID="{850FD0D7-53EE-47A7-A038-D18B52042F16}" presName="parTx" presStyleLbl="revTx" presStyleIdx="2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4E3A611D-42D6-4095-A26B-61874A2ECC36}" type="presOf" srcId="{168593B9-40AB-45A3-8549-ECC9AA8E4BA5}" destId="{34712786-BE17-4EE7-A637-BC7B7646D4DF}" srcOrd="0" destOrd="0" presId="urn:microsoft.com/office/officeart/2018/2/layout/IconVerticalSolidList"/>
    <dgm:cxn modelId="{91E16149-7693-4806-98C6-1F7838A06D04}" srcId="{168593B9-40AB-45A3-8549-ECC9AA8E4BA5}" destId="{FB203594-83AC-4736-B111-8E62AE727CC3}" srcOrd="0" destOrd="0" parTransId="{5E246E14-404D-44DA-AAEF-4F6E04F8C433}" sibTransId="{8549FB33-60B4-49C7-B691-E94B87F05351}"/>
    <dgm:cxn modelId="{A055A5D8-ACEA-4A10-98DF-0337A22FD102}" type="presOf" srcId="{850FD0D7-53EE-47A7-A038-D18B52042F16}" destId="{D396099C-7B2B-45B0-AFE0-8A81A86EFCC6}" srcOrd="0" destOrd="0" presId="urn:microsoft.com/office/officeart/2018/2/layout/IconVerticalSolidList"/>
    <dgm:cxn modelId="{1C3776B1-61D9-46C4-AD6C-E84E995029E1}" type="presOf" srcId="{C2F446FD-8156-4418-82D9-781886D71B72}" destId="{C0BE9001-3C5A-4DA8-89B8-BB0F3D7B3BD5}" srcOrd="0" destOrd="0" presId="urn:microsoft.com/office/officeart/2018/2/layout/IconVerticalSolidList"/>
    <dgm:cxn modelId="{F02CAA87-43F2-4AE5-9473-44B93CBA78D0}" srcId="{168593B9-40AB-45A3-8549-ECC9AA8E4BA5}" destId="{C2F446FD-8156-4418-82D9-781886D71B72}" srcOrd="1" destOrd="0" parTransId="{2B7D6E18-1AA5-4BBC-BA9E-459D8E5454A1}" sibTransId="{EE792C4E-1AF5-4092-895D-9B2B02AD3E34}"/>
    <dgm:cxn modelId="{68F692AF-1F92-474D-815C-2ADA26E06984}" type="presOf" srcId="{FB203594-83AC-4736-B111-8E62AE727CC3}" destId="{F548DD3E-978B-45CB-B2F3-194EB3E0F183}" srcOrd="0" destOrd="0" presId="urn:microsoft.com/office/officeart/2018/2/layout/IconVerticalSolidList"/>
    <dgm:cxn modelId="{7470E87A-D72C-492B-8528-E984211200B8}" srcId="{168593B9-40AB-45A3-8549-ECC9AA8E4BA5}" destId="{850FD0D7-53EE-47A7-A038-D18B52042F16}" srcOrd="2" destOrd="0" parTransId="{E8263807-575A-45DC-8677-E5588E2BE2FA}" sibTransId="{7E6E8DD5-6AF6-49BE-A6CA-67E7C5BC32DB}"/>
    <dgm:cxn modelId="{A56A5D18-663A-4EDE-955E-4FF49787F93A}" type="presParOf" srcId="{34712786-BE17-4EE7-A637-BC7B7646D4DF}" destId="{B5FBAF64-C3BC-45D4-AA4E-788EBB64DC84}" srcOrd="0" destOrd="0" presId="urn:microsoft.com/office/officeart/2018/2/layout/IconVerticalSolidList"/>
    <dgm:cxn modelId="{C56CB2E6-45EB-4F8E-8E05-C9A1F6815265}" type="presParOf" srcId="{B5FBAF64-C3BC-45D4-AA4E-788EBB64DC84}" destId="{BD21B281-EDCB-45DB-844E-267A1F141F71}" srcOrd="0" destOrd="0" presId="urn:microsoft.com/office/officeart/2018/2/layout/IconVerticalSolidList"/>
    <dgm:cxn modelId="{A84203EB-12E6-414A-AAFF-FB1575A2EE0F}" type="presParOf" srcId="{B5FBAF64-C3BC-45D4-AA4E-788EBB64DC84}" destId="{F0AA3176-F563-4342-AF25-31162DF11AA9}" srcOrd="1" destOrd="0" presId="urn:microsoft.com/office/officeart/2018/2/layout/IconVerticalSolidList"/>
    <dgm:cxn modelId="{8D8881AC-DE17-455F-96BC-7450F832B74E}" type="presParOf" srcId="{B5FBAF64-C3BC-45D4-AA4E-788EBB64DC84}" destId="{5EDAA3F5-0ADB-406D-8347-32B337B85223}" srcOrd="2" destOrd="0" presId="urn:microsoft.com/office/officeart/2018/2/layout/IconVerticalSolidList"/>
    <dgm:cxn modelId="{9B0F3E08-0150-4591-B84C-00DDC4AE4060}" type="presParOf" srcId="{B5FBAF64-C3BC-45D4-AA4E-788EBB64DC84}" destId="{F548DD3E-978B-45CB-B2F3-194EB3E0F183}" srcOrd="3" destOrd="0" presId="urn:microsoft.com/office/officeart/2018/2/layout/IconVerticalSolidList"/>
    <dgm:cxn modelId="{470CA412-8EBC-4A10-BE20-2F1F39B6CFC6}" type="presParOf" srcId="{34712786-BE17-4EE7-A637-BC7B7646D4DF}" destId="{9D308A3A-BF6D-4B82-ADD7-DA1189D92533}" srcOrd="1" destOrd="0" presId="urn:microsoft.com/office/officeart/2018/2/layout/IconVerticalSolidList"/>
    <dgm:cxn modelId="{DF38F1EF-8102-447E-8E1A-958F56E3FF84}" type="presParOf" srcId="{34712786-BE17-4EE7-A637-BC7B7646D4DF}" destId="{B773A425-10E4-48BC-9476-7C491667B798}" srcOrd="2" destOrd="0" presId="urn:microsoft.com/office/officeart/2018/2/layout/IconVerticalSolidList"/>
    <dgm:cxn modelId="{3ED2CF8B-070C-4368-9D27-E11077FDCDBD}" type="presParOf" srcId="{B773A425-10E4-48BC-9476-7C491667B798}" destId="{DFC06FD2-4B79-456F-9DF9-2EEFA057CD4C}" srcOrd="0" destOrd="0" presId="urn:microsoft.com/office/officeart/2018/2/layout/IconVerticalSolidList"/>
    <dgm:cxn modelId="{DDCD8B3D-FD16-45D7-96F6-F226C67073A0}" type="presParOf" srcId="{B773A425-10E4-48BC-9476-7C491667B798}" destId="{AE8D844A-2DDE-484B-9A20-EC6CFBC058A3}" srcOrd="1" destOrd="0" presId="urn:microsoft.com/office/officeart/2018/2/layout/IconVerticalSolidList"/>
    <dgm:cxn modelId="{B0B8CDFD-13BD-4177-8341-03A34BEAFEED}" type="presParOf" srcId="{B773A425-10E4-48BC-9476-7C491667B798}" destId="{0A46D7FB-C9C6-48B1-88DF-EB31DED25871}" srcOrd="2" destOrd="0" presId="urn:microsoft.com/office/officeart/2018/2/layout/IconVerticalSolidList"/>
    <dgm:cxn modelId="{8D874FF8-1E01-4FBF-BA8C-4B12E737A8E3}" type="presParOf" srcId="{B773A425-10E4-48BC-9476-7C491667B798}" destId="{C0BE9001-3C5A-4DA8-89B8-BB0F3D7B3BD5}" srcOrd="3" destOrd="0" presId="urn:microsoft.com/office/officeart/2018/2/layout/IconVerticalSolidList"/>
    <dgm:cxn modelId="{5AF92331-737A-49A4-BAEF-44B80C8EAFE6}" type="presParOf" srcId="{34712786-BE17-4EE7-A637-BC7B7646D4DF}" destId="{B24B735E-314D-4526-B83A-219969EA699E}" srcOrd="3" destOrd="0" presId="urn:microsoft.com/office/officeart/2018/2/layout/IconVerticalSolidList"/>
    <dgm:cxn modelId="{785311D1-AF55-458A-87B7-88716622C1BD}" type="presParOf" srcId="{34712786-BE17-4EE7-A637-BC7B7646D4DF}" destId="{112D1C88-2EE8-40DB-A259-162C757C93D4}" srcOrd="4" destOrd="0" presId="urn:microsoft.com/office/officeart/2018/2/layout/IconVerticalSolidList"/>
    <dgm:cxn modelId="{B1393B9C-B3A8-4804-B89F-43AEF27825F4}" type="presParOf" srcId="{112D1C88-2EE8-40DB-A259-162C757C93D4}" destId="{9AE12D19-0AA4-45C4-9404-AB8BA28AF91B}" srcOrd="0" destOrd="0" presId="urn:microsoft.com/office/officeart/2018/2/layout/IconVerticalSolidList"/>
    <dgm:cxn modelId="{61A33C62-84F9-446F-B1BE-040278ADD22C}" type="presParOf" srcId="{112D1C88-2EE8-40DB-A259-162C757C93D4}" destId="{6D181296-4FA4-413D-AB2D-C73E0DA9E098}" srcOrd="1" destOrd="0" presId="urn:microsoft.com/office/officeart/2018/2/layout/IconVerticalSolidList"/>
    <dgm:cxn modelId="{B97A5A16-4B45-4885-B5F9-CCB91C52F70F}" type="presParOf" srcId="{112D1C88-2EE8-40DB-A259-162C757C93D4}" destId="{CB4BFC61-1A58-44F1-A89C-FA920E371D3A}" srcOrd="2" destOrd="0" presId="urn:microsoft.com/office/officeart/2018/2/layout/IconVerticalSolidList"/>
    <dgm:cxn modelId="{11748924-C65D-42F8-ABDA-50216B989BF0}" type="presParOf" srcId="{112D1C88-2EE8-40DB-A259-162C757C93D4}" destId="{D396099C-7B2B-45B0-AFE0-8A81A86EFC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6AAA44-8343-4B3F-894C-219BA03FFD4D}">
      <dsp:nvSpPr>
        <dsp:cNvPr id="0" name=""/>
        <dsp:cNvSpPr/>
      </dsp:nvSpPr>
      <dsp:spPr>
        <a:xfrm>
          <a:off x="0" y="665"/>
          <a:ext cx="4717669" cy="15561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4D6D5-BDE0-46CE-B33F-07EB92A2239D}">
      <dsp:nvSpPr>
        <dsp:cNvPr id="0" name=""/>
        <dsp:cNvSpPr/>
      </dsp:nvSpPr>
      <dsp:spPr>
        <a:xfrm>
          <a:off x="470725" y="350791"/>
          <a:ext cx="855865" cy="8558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0E615-9A79-4ACD-9542-D866B07D0180}">
      <dsp:nvSpPr>
        <dsp:cNvPr id="0" name=""/>
        <dsp:cNvSpPr/>
      </dsp:nvSpPr>
      <dsp:spPr>
        <a:xfrm>
          <a:off x="1797316" y="665"/>
          <a:ext cx="2920352" cy="155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89" tIns="164689" rIns="164689" bIns="164689" numCol="1" spcCol="1270" anchor="ctr" anchorCtr="0">
          <a:noAutofit/>
        </a:bodyPr>
        <a:lstStyle/>
        <a:p>
          <a:pPr lvl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Permite que una clase (hija) reutilice atributos y métodos de otra (padre).</a:t>
          </a:r>
        </a:p>
      </dsp:txBody>
      <dsp:txXfrm>
        <a:off x="1797316" y="665"/>
        <a:ext cx="2920352" cy="1556118"/>
      </dsp:txXfrm>
    </dsp:sp>
    <dsp:sp modelId="{69ADDB52-66F8-474A-9E19-D478A4B5218C}">
      <dsp:nvSpPr>
        <dsp:cNvPr id="0" name=""/>
        <dsp:cNvSpPr/>
      </dsp:nvSpPr>
      <dsp:spPr>
        <a:xfrm>
          <a:off x="0" y="1945813"/>
          <a:ext cx="4717669" cy="15561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25BABF-EF32-424A-B37C-35296254A501}">
      <dsp:nvSpPr>
        <dsp:cNvPr id="0" name=""/>
        <dsp:cNvSpPr/>
      </dsp:nvSpPr>
      <dsp:spPr>
        <a:xfrm>
          <a:off x="470725" y="2295939"/>
          <a:ext cx="855865" cy="8558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687ED-CB04-4D49-819C-72DE29A99751}">
      <dsp:nvSpPr>
        <dsp:cNvPr id="0" name=""/>
        <dsp:cNvSpPr/>
      </dsp:nvSpPr>
      <dsp:spPr>
        <a:xfrm>
          <a:off x="1797316" y="1945813"/>
          <a:ext cx="2920352" cy="155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89" tIns="164689" rIns="164689" bIns="164689" numCol="1" spcCol="1270" anchor="ctr" anchorCtr="0">
          <a:noAutofit/>
        </a:bodyPr>
        <a:lstStyle/>
        <a:p>
          <a:pPr lvl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Facilita la reutilización de código.</a:t>
          </a:r>
        </a:p>
      </dsp:txBody>
      <dsp:txXfrm>
        <a:off x="1797316" y="1945813"/>
        <a:ext cx="2920352" cy="1556118"/>
      </dsp:txXfrm>
    </dsp:sp>
    <dsp:sp modelId="{36DAA127-D94C-415C-80B3-45A35E1A83BF}">
      <dsp:nvSpPr>
        <dsp:cNvPr id="0" name=""/>
        <dsp:cNvSpPr/>
      </dsp:nvSpPr>
      <dsp:spPr>
        <a:xfrm>
          <a:off x="0" y="3890961"/>
          <a:ext cx="4717669" cy="15561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582B1C-DDAE-45B0-ACB6-F230ACCA83D6}">
      <dsp:nvSpPr>
        <dsp:cNvPr id="0" name=""/>
        <dsp:cNvSpPr/>
      </dsp:nvSpPr>
      <dsp:spPr>
        <a:xfrm>
          <a:off x="470725" y="4241088"/>
          <a:ext cx="855865" cy="8558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003509-CEDC-42FA-BF68-C3D7B4FC575A}">
      <dsp:nvSpPr>
        <dsp:cNvPr id="0" name=""/>
        <dsp:cNvSpPr/>
      </dsp:nvSpPr>
      <dsp:spPr>
        <a:xfrm>
          <a:off x="1797316" y="3890961"/>
          <a:ext cx="2920352" cy="155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89" tIns="164689" rIns="164689" bIns="164689" numCol="1" spcCol="1270" anchor="ctr" anchorCtr="0">
          <a:noAutofit/>
        </a:bodyPr>
        <a:lstStyle/>
        <a:p>
          <a:pPr lvl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Ejemplo: Persona → Estudiante, Profesor.</a:t>
          </a:r>
        </a:p>
      </dsp:txBody>
      <dsp:txXfrm>
        <a:off x="1797316" y="3890961"/>
        <a:ext cx="2920352" cy="15561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F04E74-21E9-4348-B002-820F133ED787}">
      <dsp:nvSpPr>
        <dsp:cNvPr id="0" name=""/>
        <dsp:cNvSpPr/>
      </dsp:nvSpPr>
      <dsp:spPr>
        <a:xfrm>
          <a:off x="0" y="1057297"/>
          <a:ext cx="4717669" cy="4317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class Persona:</a:t>
          </a:r>
        </a:p>
      </dsp:txBody>
      <dsp:txXfrm>
        <a:off x="21075" y="1078372"/>
        <a:ext cx="4675519" cy="389580"/>
      </dsp:txXfrm>
    </dsp:sp>
    <dsp:sp modelId="{A1D6F27D-1269-42B6-9F92-05A329305545}">
      <dsp:nvSpPr>
        <dsp:cNvPr id="0" name=""/>
        <dsp:cNvSpPr/>
      </dsp:nvSpPr>
      <dsp:spPr>
        <a:xfrm>
          <a:off x="0" y="1540867"/>
          <a:ext cx="4717669" cy="431730"/>
        </a:xfrm>
        <a:prstGeom prst="roundRect">
          <a:avLst/>
        </a:prstGeom>
        <a:solidFill>
          <a:schemeClr val="accent5">
            <a:hueOff val="387924"/>
            <a:satOff val="1292"/>
            <a:lumOff val="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	def __init__(self, nombre):</a:t>
          </a:r>
        </a:p>
      </dsp:txBody>
      <dsp:txXfrm>
        <a:off x="21075" y="1561942"/>
        <a:ext cx="4675519" cy="389580"/>
      </dsp:txXfrm>
    </dsp:sp>
    <dsp:sp modelId="{CA9D945C-AFF7-43C9-A8C2-19FAF291C451}">
      <dsp:nvSpPr>
        <dsp:cNvPr id="0" name=""/>
        <dsp:cNvSpPr/>
      </dsp:nvSpPr>
      <dsp:spPr>
        <a:xfrm>
          <a:off x="0" y="2024437"/>
          <a:ext cx="4717669" cy="431730"/>
        </a:xfrm>
        <a:prstGeom prst="roundRect">
          <a:avLst/>
        </a:prstGeom>
        <a:solidFill>
          <a:schemeClr val="accent5">
            <a:hueOff val="775848"/>
            <a:satOff val="2585"/>
            <a:lumOff val="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		self.nombre = nombre</a:t>
          </a:r>
        </a:p>
      </dsp:txBody>
      <dsp:txXfrm>
        <a:off x="21075" y="2045512"/>
        <a:ext cx="4675519" cy="389580"/>
      </dsp:txXfrm>
    </dsp:sp>
    <dsp:sp modelId="{A1272E29-4C21-4B3B-BE98-392E45DFA2D6}">
      <dsp:nvSpPr>
        <dsp:cNvPr id="0" name=""/>
        <dsp:cNvSpPr/>
      </dsp:nvSpPr>
      <dsp:spPr>
        <a:xfrm>
          <a:off x="0" y="2508007"/>
          <a:ext cx="4717669" cy="431730"/>
        </a:xfrm>
        <a:prstGeom prst="roundRect">
          <a:avLst/>
        </a:prstGeom>
        <a:solidFill>
          <a:schemeClr val="accent5">
            <a:hueOff val="1163773"/>
            <a:satOff val="3877"/>
            <a:lumOff val="4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class Estudiante(Persona):</a:t>
          </a:r>
        </a:p>
      </dsp:txBody>
      <dsp:txXfrm>
        <a:off x="21075" y="2529082"/>
        <a:ext cx="4675519" cy="389580"/>
      </dsp:txXfrm>
    </dsp:sp>
    <dsp:sp modelId="{02B73079-D177-4498-8B14-BB836A3E4295}">
      <dsp:nvSpPr>
        <dsp:cNvPr id="0" name=""/>
        <dsp:cNvSpPr/>
      </dsp:nvSpPr>
      <dsp:spPr>
        <a:xfrm>
          <a:off x="0" y="2991577"/>
          <a:ext cx="4717669" cy="431730"/>
        </a:xfrm>
        <a:prstGeom prst="roundRect">
          <a:avLst/>
        </a:prstGeom>
        <a:solidFill>
          <a:schemeClr val="accent5">
            <a:hueOff val="1551697"/>
            <a:satOff val="5170"/>
            <a:lumOff val="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	def __init__(self, nombre, carrera):</a:t>
          </a:r>
        </a:p>
      </dsp:txBody>
      <dsp:txXfrm>
        <a:off x="21075" y="3012652"/>
        <a:ext cx="4675519" cy="389580"/>
      </dsp:txXfrm>
    </dsp:sp>
    <dsp:sp modelId="{0C43E070-2D29-4196-A495-7568A3854302}">
      <dsp:nvSpPr>
        <dsp:cNvPr id="0" name=""/>
        <dsp:cNvSpPr/>
      </dsp:nvSpPr>
      <dsp:spPr>
        <a:xfrm>
          <a:off x="0" y="3475147"/>
          <a:ext cx="4717669" cy="431730"/>
        </a:xfrm>
        <a:prstGeom prst="roundRect">
          <a:avLst/>
        </a:prstGeom>
        <a:solidFill>
          <a:schemeClr val="accent5">
            <a:hueOff val="1939621"/>
            <a:satOff val="6462"/>
            <a:lumOff val="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		super().__init__(nombre)</a:t>
          </a:r>
        </a:p>
      </dsp:txBody>
      <dsp:txXfrm>
        <a:off x="21075" y="3496222"/>
        <a:ext cx="4675519" cy="389580"/>
      </dsp:txXfrm>
    </dsp:sp>
    <dsp:sp modelId="{DC45C226-40C5-4900-839A-1208B2AD3F63}">
      <dsp:nvSpPr>
        <dsp:cNvPr id="0" name=""/>
        <dsp:cNvSpPr/>
      </dsp:nvSpPr>
      <dsp:spPr>
        <a:xfrm>
          <a:off x="0" y="3958717"/>
          <a:ext cx="4717669" cy="431730"/>
        </a:xfrm>
        <a:prstGeom prst="roundRect">
          <a:avLst/>
        </a:prstGeom>
        <a:solidFill>
          <a:schemeClr val="accent5">
            <a:hueOff val="2327545"/>
            <a:satOff val="7755"/>
            <a:lumOff val="8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		self.carrera = carrera</a:t>
          </a:r>
        </a:p>
      </dsp:txBody>
      <dsp:txXfrm>
        <a:off x="21075" y="3979792"/>
        <a:ext cx="4675519" cy="3895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21B281-EDCB-45DB-844E-267A1F141F71}">
      <dsp:nvSpPr>
        <dsp:cNvPr id="0" name=""/>
        <dsp:cNvSpPr/>
      </dsp:nvSpPr>
      <dsp:spPr>
        <a:xfrm>
          <a:off x="0" y="665"/>
          <a:ext cx="4717669" cy="15561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AA3176-F563-4342-AF25-31162DF11AA9}">
      <dsp:nvSpPr>
        <dsp:cNvPr id="0" name=""/>
        <dsp:cNvSpPr/>
      </dsp:nvSpPr>
      <dsp:spPr>
        <a:xfrm>
          <a:off x="470725" y="350791"/>
          <a:ext cx="855865" cy="8558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48DD3E-978B-45CB-B2F3-194EB3E0F183}">
      <dsp:nvSpPr>
        <dsp:cNvPr id="0" name=""/>
        <dsp:cNvSpPr/>
      </dsp:nvSpPr>
      <dsp:spPr>
        <a:xfrm>
          <a:off x="1797316" y="665"/>
          <a:ext cx="2920352" cy="155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89" tIns="164689" rIns="164689" bIns="164689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En Python se implementa con clases abstractas (ABC).</a:t>
          </a:r>
        </a:p>
      </dsp:txBody>
      <dsp:txXfrm>
        <a:off x="1797316" y="665"/>
        <a:ext cx="2920352" cy="1556118"/>
      </dsp:txXfrm>
    </dsp:sp>
    <dsp:sp modelId="{DFC06FD2-4B79-456F-9DF9-2EEFA057CD4C}">
      <dsp:nvSpPr>
        <dsp:cNvPr id="0" name=""/>
        <dsp:cNvSpPr/>
      </dsp:nvSpPr>
      <dsp:spPr>
        <a:xfrm>
          <a:off x="0" y="1945813"/>
          <a:ext cx="4717669" cy="15561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8D844A-2DDE-484B-9A20-EC6CFBC058A3}">
      <dsp:nvSpPr>
        <dsp:cNvPr id="0" name=""/>
        <dsp:cNvSpPr/>
      </dsp:nvSpPr>
      <dsp:spPr>
        <a:xfrm>
          <a:off x="470725" y="2295939"/>
          <a:ext cx="855865" cy="8558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BE9001-3C5A-4DA8-89B8-BB0F3D7B3BD5}">
      <dsp:nvSpPr>
        <dsp:cNvPr id="0" name=""/>
        <dsp:cNvSpPr/>
      </dsp:nvSpPr>
      <dsp:spPr>
        <a:xfrm>
          <a:off x="1797316" y="1945813"/>
          <a:ext cx="2920352" cy="155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89" tIns="164689" rIns="164689" bIns="164689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Define métodos que las clases hijas deben implementar.</a:t>
          </a:r>
        </a:p>
      </dsp:txBody>
      <dsp:txXfrm>
        <a:off x="1797316" y="1945813"/>
        <a:ext cx="2920352" cy="1556118"/>
      </dsp:txXfrm>
    </dsp:sp>
    <dsp:sp modelId="{9AE12D19-0AA4-45C4-9404-AB8BA28AF91B}">
      <dsp:nvSpPr>
        <dsp:cNvPr id="0" name=""/>
        <dsp:cNvSpPr/>
      </dsp:nvSpPr>
      <dsp:spPr>
        <a:xfrm>
          <a:off x="0" y="3890961"/>
          <a:ext cx="4717669" cy="15561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181296-4FA4-413D-AB2D-C73E0DA9E098}">
      <dsp:nvSpPr>
        <dsp:cNvPr id="0" name=""/>
        <dsp:cNvSpPr/>
      </dsp:nvSpPr>
      <dsp:spPr>
        <a:xfrm>
          <a:off x="470725" y="4241088"/>
          <a:ext cx="855865" cy="8558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6099C-7B2B-45B0-AFE0-8A81A86EFCC6}">
      <dsp:nvSpPr>
        <dsp:cNvPr id="0" name=""/>
        <dsp:cNvSpPr/>
      </dsp:nvSpPr>
      <dsp:spPr>
        <a:xfrm>
          <a:off x="1797316" y="3890961"/>
          <a:ext cx="2920352" cy="155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89" tIns="164689" rIns="164689" bIns="164689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Ejemplo: Figura con método abstracto area().</a:t>
          </a:r>
        </a:p>
      </dsp:txBody>
      <dsp:txXfrm>
        <a:off x="1797316" y="3890961"/>
        <a:ext cx="2920352" cy="15561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91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2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062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06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12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760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349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150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2978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942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33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9931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519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85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483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5B1AD7AF-3A60-4C4F-979F-367102EFD9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4903000"/>
            <a:ext cx="7086600" cy="685800"/>
          </a:xfrm>
        </p:spPr>
        <p:txBody>
          <a:bodyPr>
            <a:normAutofit/>
          </a:bodyPr>
          <a:lstStyle/>
          <a:p>
            <a:r>
              <a:rPr dirty="0"/>
              <a:t>POO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6177C8A-E75D-4FB9-8BA0-1FC843442E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19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64D5A4F4-D4E3-46DE-875C-AD1C203EB7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946" b="15805"/>
          <a:stretch/>
        </p:blipFill>
        <p:spPr>
          <a:xfrm rot="5400000">
            <a:off x="-1497632" y="1518054"/>
            <a:ext cx="4587300" cy="1592036"/>
          </a:xfrm>
          <a:prstGeom prst="rect">
            <a:avLst/>
          </a:prstGeom>
          <a:noFill/>
        </p:spPr>
      </p:pic>
      <p:pic>
        <p:nvPicPr>
          <p:cNvPr id="9" name="Picture 13">
            <a:extLst>
              <a:ext uri="{FF2B5EF4-FFF2-40B4-BE49-F238E27FC236}">
                <a16:creationId xmlns:a16="http://schemas.microsoft.com/office/drawing/2014/main" id="{15BD1DD2-85A0-4736-89A9-C9D793DCAE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946" b="15805"/>
          <a:stretch/>
        </p:blipFill>
        <p:spPr>
          <a:xfrm rot="5400000" flipH="1" flipV="1">
            <a:off x="6054335" y="1482329"/>
            <a:ext cx="4587300" cy="1592036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132115"/>
            <a:ext cx="7086600" cy="3118150"/>
          </a:xfrm>
        </p:spPr>
        <p:txBody>
          <a:bodyPr>
            <a:normAutofit/>
          </a:bodyPr>
          <a:lstStyle/>
          <a:p>
            <a:r>
              <a:t>Herencia e Interfaces en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006" y="0"/>
            <a:ext cx="5666994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77006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3477006" cy="14414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3477006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066163"/>
            <a:ext cx="2480058" cy="5148371"/>
          </a:xfrm>
        </p:spPr>
        <p:txBody>
          <a:bodyPr>
            <a:normAutofit/>
          </a:bodyPr>
          <a:lstStyle/>
          <a:p>
            <a:r>
              <a:rPr lang="es-CO" sz="3100">
                <a:solidFill>
                  <a:schemeClr val="bg1"/>
                </a:solidFill>
              </a:rPr>
              <a:t>¿Qué es Herencia?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365BB30-B85F-5619-6352-3409292216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4244679"/>
              </p:ext>
            </p:extLst>
          </p:nvPr>
        </p:nvGraphicFramePr>
        <p:xfrm>
          <a:off x="3959604" y="746125"/>
          <a:ext cx="4717669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006" y="0"/>
            <a:ext cx="5666994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77006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3477006" cy="1441450"/>
          </a:xfrm>
          <a:prstGeom prst="rect">
            <a:avLst/>
          </a:prstGeom>
        </p:spPr>
      </p:pic>
      <p:pic>
        <p:nvPicPr>
          <p:cNvPr id="11" name="Picture 15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3477006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066163"/>
            <a:ext cx="2480058" cy="5148371"/>
          </a:xfrm>
        </p:spPr>
        <p:txBody>
          <a:bodyPr>
            <a:normAutofit/>
          </a:bodyPr>
          <a:lstStyle/>
          <a:p>
            <a:r>
              <a:rPr lang="es-CO" sz="3700">
                <a:solidFill>
                  <a:schemeClr val="bg1"/>
                </a:solidFill>
              </a:rPr>
              <a:t>Ejemplo de Herencia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2D9725-7AE6-6BED-4CAF-611E13DBBA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2686836"/>
              </p:ext>
            </p:extLst>
          </p:nvPr>
        </p:nvGraphicFramePr>
        <p:xfrm>
          <a:off x="3959604" y="746125"/>
          <a:ext cx="4717669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006" y="0"/>
            <a:ext cx="5666994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77006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3477006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3477006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066163"/>
            <a:ext cx="2480058" cy="5148371"/>
          </a:xfrm>
        </p:spPr>
        <p:txBody>
          <a:bodyPr>
            <a:normAutofit/>
          </a:bodyPr>
          <a:lstStyle/>
          <a:p>
            <a:r>
              <a:rPr lang="es-CO" sz="3700">
                <a:solidFill>
                  <a:schemeClr val="bg1"/>
                </a:solidFill>
              </a:rPr>
              <a:t>¿Qué es una Interfaz?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C2436C-629E-672A-710F-E9F753868F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7160274"/>
              </p:ext>
            </p:extLst>
          </p:nvPr>
        </p:nvGraphicFramePr>
        <p:xfrm>
          <a:off x="3959604" y="746125"/>
          <a:ext cx="4717669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7880" y="764372"/>
            <a:ext cx="5575552" cy="1432289"/>
          </a:xfrm>
        </p:spPr>
        <p:txBody>
          <a:bodyPr>
            <a:normAutofit/>
          </a:bodyPr>
          <a:lstStyle/>
          <a:p>
            <a:r>
              <a:t>Ejemplo de Interfaz (ABC)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4917B9-5D95-4999-9E13-3568EDD423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1" r="43746" b="531"/>
          <a:stretch/>
        </p:blipFill>
        <p:spPr>
          <a:xfrm rot="5400000" flipH="1" flipV="1">
            <a:off x="-1805274" y="2497932"/>
            <a:ext cx="6857999" cy="186213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7880" y="2628900"/>
            <a:ext cx="5590558" cy="3589785"/>
          </a:xfrm>
        </p:spPr>
        <p:txBody>
          <a:bodyPr>
            <a:normAutofit/>
          </a:bodyPr>
          <a:lstStyle/>
          <a:p>
            <a:r>
              <a:rPr lang="es-CO" sz="1700"/>
              <a:t>from abc import ABC, abstractmethod</a:t>
            </a:r>
          </a:p>
          <a:p>
            <a:r>
              <a:rPr lang="es-CO" sz="1700"/>
              <a:t>class Figura(ABC):</a:t>
            </a:r>
          </a:p>
          <a:p>
            <a:r>
              <a:rPr lang="es-CO" sz="1700"/>
              <a:t>    @abstractmethod</a:t>
            </a:r>
          </a:p>
          <a:p>
            <a:r>
              <a:rPr lang="es-CO" sz="1700"/>
              <a:t>    def area(self):</a:t>
            </a:r>
          </a:p>
          <a:p>
            <a:r>
              <a:rPr lang="es-CO" sz="1700"/>
              <a:t>        pass</a:t>
            </a:r>
          </a:p>
          <a:p>
            <a:r>
              <a:rPr lang="es-CO" sz="1700"/>
              <a:t>class Cuadrado(Figura):</a:t>
            </a:r>
          </a:p>
          <a:p>
            <a:r>
              <a:rPr lang="es-CO" sz="1700"/>
              <a:t>    def __init__(self, lado):</a:t>
            </a:r>
          </a:p>
          <a:p>
            <a:r>
              <a:rPr lang="es-CO" sz="1700"/>
              <a:t>        self.lado = lado</a:t>
            </a:r>
          </a:p>
          <a:p>
            <a:r>
              <a:rPr lang="es-CO" sz="1700"/>
              <a:t>    def area(self):</a:t>
            </a:r>
          </a:p>
          <a:p>
            <a:r>
              <a:rPr lang="es-CO" sz="1700"/>
              <a:t>        return self.lado * self.lado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ounded Rectangle 14">
            <a:extLst>
              <a:ext uri="{FF2B5EF4-FFF2-40B4-BE49-F238E27FC236}">
                <a16:creationId xmlns:a16="http://schemas.microsoft.com/office/drawing/2014/main" id="{934B872D-6FE9-472A-9E92-342E41DA7C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006" y="0"/>
            <a:ext cx="5666994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488DEBA6-2ED2-4FED-8AAB-2F855348DDC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77006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162F0F-A9B7-409A-AD12-ADD441861C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7" r="55278"/>
          <a:stretch/>
        </p:blipFill>
        <p:spPr>
          <a:xfrm>
            <a:off x="0" y="4375150"/>
            <a:ext cx="3477006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599" y="804334"/>
            <a:ext cx="2603500" cy="5249333"/>
          </a:xfrm>
        </p:spPr>
        <p:txBody>
          <a:bodyPr>
            <a:normAutofit/>
          </a:bodyPr>
          <a:lstStyle/>
          <a:p>
            <a:r>
              <a:rPr lang="es-CO">
                <a:solidFill>
                  <a:srgbClr val="FFFFFF"/>
                </a:solidFill>
              </a:rPr>
              <a:t>Ejemplo de 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6041" y="804334"/>
            <a:ext cx="4703608" cy="5249333"/>
          </a:xfrm>
        </p:spPr>
        <p:txBody>
          <a:bodyPr anchor="ctr">
            <a:normAutofit/>
          </a:bodyPr>
          <a:lstStyle/>
          <a:p>
            <a:r>
              <a:rPr lang="es-CO">
                <a:solidFill>
                  <a:schemeClr val="tx2"/>
                </a:solidFill>
              </a:rPr>
              <a:t>figuras = [Cuadrado(4), Circulo(3)]</a:t>
            </a:r>
          </a:p>
          <a:p>
            <a:r>
              <a:rPr lang="es-CO">
                <a:solidFill>
                  <a:schemeClr val="tx2"/>
                </a:solidFill>
              </a:rPr>
              <a:t>for f in figuras:</a:t>
            </a:r>
          </a:p>
          <a:p>
            <a:r>
              <a:rPr lang="es-CO">
                <a:solidFill>
                  <a:schemeClr val="tx2"/>
                </a:solidFill>
              </a:rPr>
              <a:t>    print(f"Área: {f.area()}")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12</TotalTime>
  <Words>191</Words>
  <Application>Microsoft Office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Estela de condensación</vt:lpstr>
      <vt:lpstr>Herencia e Interfaces en Python</vt:lpstr>
      <vt:lpstr>¿Qué es Herencia?</vt:lpstr>
      <vt:lpstr>Ejemplo de Herencia</vt:lpstr>
      <vt:lpstr>¿Qué es una Interfaz?</vt:lpstr>
      <vt:lpstr>Ejemplo de Interfaz (ABC)</vt:lpstr>
      <vt:lpstr>Ejemplo de Uso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Herencia e Interfaces en Python</dc:title>
  <dc:subject/>
  <dc:creator>ccaceres4</dc:creator>
  <cp:keywords/>
  <dc:description>generated using python-pptx</dc:description>
  <cp:lastModifiedBy>word2</cp:lastModifiedBy>
  <cp:revision>2</cp:revision>
  <dcterms:created xsi:type="dcterms:W3CDTF">2013-01-27T09:14:16Z</dcterms:created>
  <dcterms:modified xsi:type="dcterms:W3CDTF">2025-09-24T14:15:47Z</dcterms:modified>
  <cp:category/>
</cp:coreProperties>
</file>